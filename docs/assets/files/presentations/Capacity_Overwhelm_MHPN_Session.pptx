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Understanding Capacity and Overwhelm in Neurodivergence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684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NSW Neurodiversity-Affirming Network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5684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Peer Learning Session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DDD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Strengths-Based Coaching and Counselling | www.coach4u.com.au | cath@coach4u.com.au | 0402 313 337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Mean by Capacity and Overwhelm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Capacity as a fluctuating state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Context-dependent, not a fixed trait. Available energy and resources shift based on environment, support, sensory load, and cumulative demand.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Overwhelm as the tipping point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point where demand exceeds available capacity. Compensation strategies collapse, regulation becomes harder, and functioning shifts.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Discussion prompt
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are the early signs someone has moved beyond functional capacity, not just the obvious crash?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Strengths-Based Coaching and Counselling | www.coach4u.com.au | cath@coach4u.com.au | 0402 313 337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Neurodivergent Lens: Why Overwhelm is Often a Baseline Experience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This is a neurodivergence-focused conversation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Capacity costs are different for neurodivergent people. Masking, sensory processing, executive function demands, and social navigation all consume energy in ways that are often invisible to others.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Lived reality includes variability and cumulative load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feels manageable one day may be impossible the next. Small stressors accumulate. Recovering capacity takes longer than depleting it.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Discussion prompt
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does overwhelm present differently across the neurodivergent clients you work with?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Strengths-Based Coaching and Counselling | www.coach4u.com.au | cath@coach4u.com.au | 0402 313 337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Gap: Why Tools Often Fail in Real Life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 of advice, often generic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 coping strategies are rarely matched to neurodivergent capacity, strengths, or the real pressures people face in their families and workplaces.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goals tension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Motivated people can still resist goals when they feel restrictive or externally imposed. Yet without some anchoring, it is hard to notice progress or direction.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Why a weekly container can help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regular check-in creates visibility without pressure. It supports noticing patterns, tracking what is working, and adjusting in real time.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Strengths-Based Coaching and Counselling | www.coach4u.com.au | cath@coach4u.com.au | 0402 313 337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Introducing SAFE as a Response Framework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 is how I organise my response when capacity is under pressure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It is not a diagnostic model and not something I am asking you to adopt. Think of it as one way to structure observations and interventions.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to watch for in the video
</a:t>
            </a:r>
            <a:endParaRPr lang="en-US" sz="1600" dirty="0"/>
          </a:p>
          <a:p>
            <a:pPr indent="0" marL="0">
              <a:buNone/>
            </a:pPr>
            <a:r>
              <a:rPr lang="en-US" sz="1400" i="1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Notice what feels useful, what might need care in how it is introduced, and what language would make it more neurodivergence-affirming.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Strengths-Based Coaching and Counselling | www.coach4u.com.au | cath@coach4u.com.au | 0402 313 337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36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 Video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684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[Play video here]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Discussion: What Lands, What Does Not, What is Useful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matched your experience in practice?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felt vague or could be misused?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language would make it more neurodivergence-affirming?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might be different across settings and disciplines?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Strengths-Based Coaching and Counselling | www.coach4u.com.au | cath@coach4u.com.au | 0402 313 337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Concrete: SAFE as Four Rooms in a House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house metaphor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Think of SAFE as four rooms, not a sequence. Sometimes one room needs attention first. Sometimes stabilising one area shifts the whole system.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Applied to practice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Map a de-identified vignette from your practice: which room is under strain first? What helps without adding pressure?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Progress without perfection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Some weeks, one room functioning better is a win. Expecting all four to improve at once adds pressure.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Strengths-Based Coaching and Counselling | www.coach4u.com.au | cath@coach4u.com.au | 0402 313 337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36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SAFE Tool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Weekly check-in with 20 short statements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Simple response scale. Framed as a reflection tool, not a test or clinical assessment.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domains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Self Awareness: Understanding patterns and protecting energy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Aim: Moving toward what matters and staying on track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Foundation: Routines and structures that keep life steady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Emotion: Recognising, pausing, and responding rather than reacting
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Stage progression
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Overwhelmed &gt; Stretched &gt; Stabilising &gt; In Control &gt; In Flow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Noticing movement over time, not fixing everything at once.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D2D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Strengths-Based Coaching and Counselling | www.coach4u.com.au | cath@coach4u.com.au | 0402 313 337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6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Closing Reflections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684C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One insight you are taking into practice this week
</a:t>
            </a:r>
            <a:endParaRPr lang="en-US" sz="18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themes from the room:
</a:t>
            </a:r>
            <a:endParaRPr lang="en-US" sz="1800" dirty="0"/>
          </a:p>
          <a:p>
            <a:pPr algn="ctr" marL="342900" indent="-342900">
              <a:buSzPct val="100000"/>
              <a:buChar char="•"/>
            </a:pPr>
            <a:r>
              <a:rPr lang="en-US" sz="1400" dirty="0">
                <a:solidFill>
                  <a:srgbClr val="DDDD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Recognising when someone has moved beyond capacity
</a:t>
            </a:r>
            <a:endParaRPr lang="en-US" sz="1800" dirty="0"/>
          </a:p>
          <a:p>
            <a:pPr algn="ctr" marL="342900" indent="-342900">
              <a:buSzPct val="100000"/>
              <a:buChar char="•"/>
            </a:pPr>
            <a:r>
              <a:rPr lang="en-US" sz="1400" dirty="0">
                <a:solidFill>
                  <a:srgbClr val="DDDD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Responding in ways that support regulation and safety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DDDD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Strengths-Based Coaching and Counselling | www.coach4u.com.au | cath@coach4u.com.au | 0402 313 337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Capacity and Overwhelm in Neurodivergence</dc:title>
  <dc:subject>PptxGenJS Presentation</dc:subject>
  <dc:creator>Cath Baker - Coach4U</dc:creator>
  <cp:lastModifiedBy>Cath Baker - Coach4U</cp:lastModifiedBy>
  <cp:revision>1</cp:revision>
  <dcterms:created xsi:type="dcterms:W3CDTF">2026-04-15T05:45:59Z</dcterms:created>
  <dcterms:modified xsi:type="dcterms:W3CDTF">2026-04-15T05:45:59Z</dcterms:modified>
</cp:coreProperties>
</file>