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Understanding Capacity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Overwhelm in Neurodivergence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NSW Neurodiversity-Affirming Network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Peer learning session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44348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Cath Baker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Coach4U – Strengths-Based Coaching and Counselling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mean by capacity and overwhelm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8046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Capacity is a fluctuating state, not a fixed trait.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shifts with environment, support, sensory load, and cumulative demand.
</a:t>
            </a:r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Overwhelm is the tipping point.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where demand exceeds available capacity and functioning shifts.
</a:t>
            </a:r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are not expected to solve overwhelm.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 is recognising it and responding safely.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3520440"/>
            <a:ext cx="8046720" cy="685800"/>
          </a:xfrm>
          <a:prstGeom prst="rect">
            <a:avLst>
              <a:gd name="adj" fmla="val 666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361188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prompt:
</a:t>
            </a:r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are the early signs someone has moved beyond functional capacity, not just the obvious crash?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Neurodivergent lens: why overwhelm can become baseline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8046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Capacity costs are different for neurodivergent people.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Masking, sensory processing, executive function demands, and social navigation consume energy.
</a:t>
            </a:r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Variability is part of the lived reality.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feels manageable one day may be impossible the next.
</a:t>
            </a:r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Cumulative load builds quietly.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 often takes longer than depletion.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3520440"/>
            <a:ext cx="8046720" cy="640080"/>
          </a:xfrm>
          <a:prstGeom prst="rect">
            <a:avLst>
              <a:gd name="adj" fmla="val 714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3611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prompt:
</a:t>
            </a:r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does overwhelm present differently across the neurodivergent clients you work with?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gap: why tools often fail under load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8046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There is a lot of advice.
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 of it does not translate to real capacity, strengths, and family pressure.
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Quick fixes often work briefly.
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capacity drops, they collapse and reinforce a sense of failure.
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people are motivated and capable.
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can still resist goals when those goals feel restrictive.
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still need anchoring.
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number of steady points the nervous system can rely on week to week.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3749040"/>
            <a:ext cx="8046720" cy="548640"/>
          </a:xfrm>
          <a:prstGeom prst="rect">
            <a:avLst>
              <a:gd name="adj" fmla="val 833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38404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prompt:
</a:t>
            </a:r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works briefly for clients, then collapses when capacity drops?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Introducing SAFE as a response framework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8046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 is how I organise my response when capacity is under pressure.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not a diagnostic model.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not something I am asking you to adopt.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one way to provide structure without restriction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anchoring without pressure.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3246120"/>
            <a:ext cx="8046720" cy="685800"/>
          </a:xfrm>
          <a:prstGeom prst="rect">
            <a:avLst>
              <a:gd name="adj" fmla="val 666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333756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 before the video:
</a:t>
            </a:r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feels useful, what needs care, and what language would make it more neurodivergence-affirming?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 video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 the client video.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8046720" cy="640080"/>
          </a:xfrm>
          <a:prstGeom prst="rect">
            <a:avLst>
              <a:gd name="adj" fmla="val 714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 question:
</a:t>
            </a:r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part of this would help a client feel more oriented this week?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after the video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8046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matched your experience in practice?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felt vague or could be misused?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language would make it more neurodivergence-affirming?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might differ across settings and disciplines?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 as four rooms in a house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 of SAFE as four rooms, not a sequence.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There is no fixed order.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Stabilising one room can reduce load across the whole system.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weeks, one room functioning better is a genuine win.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3063240"/>
            <a:ext cx="8046720" cy="777240"/>
          </a:xfrm>
          <a:prstGeom prst="rect">
            <a:avLst>
              <a:gd name="adj" fmla="val 5882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3154680"/>
            <a:ext cx="7680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Practice reflection:
</a:t>
            </a:r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a de-identified vignette, which room is under strain first?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helps without adding pressure?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the SAFE tool works, in practice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weekly check-in with 20 short statements.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Responses use a simple scale from never to always.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a reflection tool, not a test or clinical assessment.
</a:t>
            </a:r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four domains are: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 Awareness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Emotion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also shows capacity patterns over time,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moving from chaos toward calm.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Closing reflections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8046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insight you are taking into practice this week.
</a:t>
            </a:r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themes: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Recognising when someone has moved beyond capacity.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Responding in ways that support regulation and safety.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Anchoring without restriction.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Progress without perfection.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44348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Cath Baker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Coach4U – Strengths-Based Coaching and Counselling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Understanding Capacity and Overwhelm in Neurodivergence</dc:title>
  <dc:subject>PptxGenJS Presentation</dc:subject>
  <dc:creator>Cath Baker - Coach4U</dc:creator>
  <cp:lastModifiedBy>Cath Baker - Coach4U</cp:lastModifiedBy>
  <cp:revision>1</cp:revision>
  <dcterms:created xsi:type="dcterms:W3CDTF">2026-04-15T06:30:22Z</dcterms:created>
  <dcterms:modified xsi:type="dcterms:W3CDTF">2026-04-15T06:30:22Z</dcterms:modified>
</cp:coreProperties>
</file>