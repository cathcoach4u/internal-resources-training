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Capacity and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Overwhelm in Neurodivergence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NSW Neurodiversity-Affirming Network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learning session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Cath Baker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Coach4U – Strengths-Based Coaching and Counselling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mean by capacity and overwhelm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is a fluctuating state, not a fixed trait.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3441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shifts with environment, support, sensory load, and cumulative demand.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Overwhelm is the tipping point.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where demand exceeds available capacity and functioning shifts.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not expected to solve overwhelm.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072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is recognising it and responding safely.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7315200" cy="640080"/>
          </a:xfrm>
          <a:prstGeom prst="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10712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prompt: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51560" y="36118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the early signs someone has moved beyond functional capacity, not just the obvious crash?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Neurodivergent lens: why overwhelm can become baseline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costs are different for neurodivergent people.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3441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Masking, sensory processing, executive function demands, and social navigation consume energy.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 is part of the lived reality.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feels manageable one day may be impossible the next.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load builds quietly.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072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often takes longer than depletion.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7315200" cy="640080"/>
          </a:xfrm>
          <a:prstGeom prst="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10712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prompt: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51560" y="36118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overwhelm present differently across the neurodivergent clients you work with?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gap: why tools often fail under load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a lot of advice.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307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 of it does not translate to real capacity, strengths, and family pressure.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1673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fixes often work briefly.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192938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capacity drops, they collapse and reinforce a sense of failure.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29514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people are motivated and capable.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55117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still resist goals when those goals feel restrictive.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91693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still need anchoring.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1729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number of steady points the nervous system can rely on week to week.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611880"/>
            <a:ext cx="7315200" cy="640080"/>
          </a:xfrm>
          <a:prstGeom prst="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685032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prompt: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works briefly for clients, then collapses when capacity drops?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Introducing SAFE as a response framework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is how I organise my response when capacity is under pressure.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490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not a diagnostic model.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174650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not something I am asking you to adopt.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1854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one way to provide structure without restriction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441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anchoring without pressure.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7315200" cy="804672"/>
          </a:xfrm>
          <a:prstGeom prst="rect">
            <a:avLst>
              <a:gd name="adj" fmla="val 454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136392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 before the video: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33375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feels useful, what needs care, and what language would make it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neurodivergence-affirming?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video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 the client video.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7315200" cy="640080"/>
          </a:xfrm>
          <a:prstGeom prst="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267712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 question: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1560" y="24688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part of this would help a client feel more oriented this week?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after the video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matched your experience in practice?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felt vague or could be misused?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language would make it more neurodivergence-affirming?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might differ across settings and disciplines?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as four rooms in a house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of SAFE as four rooms, not a sequence.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3441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fixed order.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Stabilising one room can reduce load across the whole system.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2219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weeks, one room functioning better is a genuine win.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7315200" cy="804672"/>
          </a:xfrm>
          <a:prstGeom prst="rect">
            <a:avLst>
              <a:gd name="adj" fmla="val 454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953512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reflection: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1560" y="31546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a de-identified vignette, which room is under strain first?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helps without adding pressure?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SAFE tool works, in practice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weekly check-in with 20 short statements.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307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 use a simple scale from never to always.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156362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reflection tool, not a test or clinical assessment.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00253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four domains are: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 Awareness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7157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944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shows capacity patterns over time,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593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from chaos toward calm.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reflections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insight you are taking into practice this week.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themes: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20299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Recognising when someone has moved beyond capacity.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Responding in ways that support regulation and safety.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Anchoring without restriction.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7980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without perfection.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Cath Baker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Coach4U – Strengths-Based Coaching and Counselling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Capacity and Overwhelm in Neurodivergence</dc:title>
  <dc:subject>PptxGenJS Presentation</dc:subject>
  <dc:creator>Cath Baker - Coach4U</dc:creator>
  <cp:lastModifiedBy>Cath Baker - Coach4U</cp:lastModifiedBy>
  <cp:revision>1</cp:revision>
  <dcterms:created xsi:type="dcterms:W3CDTF">2026-04-15T06:35:57Z</dcterms:created>
  <dcterms:modified xsi:type="dcterms:W3CDTF">2026-04-15T06:35:57Z</dcterms:modified>
</cp:coreProperties>
</file>